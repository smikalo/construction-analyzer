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mpact" charset="1" panose="020B0806030902050204"/>
      <p:regular r:id="rId17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notesSlides/notesSlide2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26.png" Type="http://schemas.openxmlformats.org/officeDocument/2006/relationships/image"/><Relationship Id="rId19" Target="../media/image27.sv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28.png" Type="http://schemas.openxmlformats.org/officeDocument/2006/relationships/image"/><Relationship Id="rId21" Target="../media/image29.sv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41476" y="1941004"/>
            <a:ext cx="6405001" cy="6405001"/>
            <a:chOff x="0" y="0"/>
            <a:chExt cx="8540001" cy="8540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9988" cy="8539988"/>
            </a:xfrm>
            <a:custGeom>
              <a:avLst/>
              <a:gdLst/>
              <a:ahLst/>
              <a:cxnLst/>
              <a:rect r="r" b="b" t="t" l="l"/>
              <a:pathLst>
                <a:path h="8539988" w="8539988">
                  <a:moveTo>
                    <a:pt x="0" y="0"/>
                  </a:moveTo>
                  <a:lnTo>
                    <a:pt x="8539988" y="0"/>
                  </a:lnTo>
                  <a:lnTo>
                    <a:pt x="8539988" y="8539988"/>
                  </a:lnTo>
                  <a:lnTo>
                    <a:pt x="0" y="8539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3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248"/>
            <a:ext cx="9144000" cy="10287000"/>
            <a:chOff x="0" y="0"/>
            <a:chExt cx="1219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34408" y="-105127"/>
            <a:ext cx="9163050" cy="10434447"/>
            <a:chOff x="0" y="0"/>
            <a:chExt cx="12217400" cy="139125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12192000" cy="13887196"/>
            </a:xfrm>
            <a:custGeom>
              <a:avLst/>
              <a:gdLst/>
              <a:ahLst/>
              <a:cxnLst/>
              <a:rect r="r" b="b" t="t" l="l"/>
              <a:pathLst>
                <a:path h="1388719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887196"/>
                  </a:lnTo>
                  <a:lnTo>
                    <a:pt x="0" y="13887196"/>
                  </a:lnTo>
                  <a:close/>
                </a:path>
              </a:pathLst>
            </a:custGeom>
            <a:solidFill>
              <a:srgbClr val="FE59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17400" cy="13912596"/>
            </a:xfrm>
            <a:custGeom>
              <a:avLst/>
              <a:gdLst/>
              <a:ahLst/>
              <a:cxnLst/>
              <a:rect r="r" b="b" t="t" l="l"/>
              <a:pathLst>
                <a:path h="13912596" w="12217400">
                  <a:moveTo>
                    <a:pt x="12700" y="0"/>
                  </a:moveTo>
                  <a:lnTo>
                    <a:pt x="12204700" y="0"/>
                  </a:lnTo>
                  <a:cubicBezTo>
                    <a:pt x="12211685" y="0"/>
                    <a:pt x="12217400" y="5715"/>
                    <a:pt x="12217400" y="12700"/>
                  </a:cubicBezTo>
                  <a:lnTo>
                    <a:pt x="12217400" y="13899896"/>
                  </a:lnTo>
                  <a:cubicBezTo>
                    <a:pt x="12217400" y="13906881"/>
                    <a:pt x="12211685" y="13912596"/>
                    <a:pt x="12204700" y="13912596"/>
                  </a:cubicBezTo>
                  <a:lnTo>
                    <a:pt x="12700" y="13912596"/>
                  </a:lnTo>
                  <a:cubicBezTo>
                    <a:pt x="5715" y="13912596"/>
                    <a:pt x="0" y="13906881"/>
                    <a:pt x="0" y="1389989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899896"/>
                  </a:lnTo>
                  <a:lnTo>
                    <a:pt x="12700" y="13899896"/>
                  </a:lnTo>
                  <a:lnTo>
                    <a:pt x="12700" y="13887196"/>
                  </a:lnTo>
                  <a:lnTo>
                    <a:pt x="12204700" y="13887196"/>
                  </a:lnTo>
                  <a:lnTo>
                    <a:pt x="12204700" y="13899896"/>
                  </a:lnTo>
                  <a:lnTo>
                    <a:pt x="12192000" y="13899896"/>
                  </a:lnTo>
                  <a:lnTo>
                    <a:pt x="12192000" y="12700"/>
                  </a:lnTo>
                  <a:lnTo>
                    <a:pt x="12204700" y="12700"/>
                  </a:lnTo>
                  <a:lnTo>
                    <a:pt x="12204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31000" y="2466346"/>
            <a:ext cx="8090402" cy="2964599"/>
            <a:chOff x="0" y="0"/>
            <a:chExt cx="10787202" cy="3952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87200" cy="3952800"/>
            </a:xfrm>
            <a:custGeom>
              <a:avLst/>
              <a:gdLst/>
              <a:ahLst/>
              <a:cxnLst/>
              <a:rect r="r" b="b" t="t" l="l"/>
              <a:pathLst>
                <a:path h="3952800" w="10787200">
                  <a:moveTo>
                    <a:pt x="0" y="0"/>
                  </a:moveTo>
                  <a:lnTo>
                    <a:pt x="10787200" y="0"/>
                  </a:lnTo>
                  <a:lnTo>
                    <a:pt x="10787200" y="3952800"/>
                  </a:lnTo>
                  <a:lnTo>
                    <a:pt x="0" y="3952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4" r="0" b="-31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61925"/>
              <a:ext cx="10787202" cy="411472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>
                  <a:solidFill>
                    <a:srgbClr val="FFFFFF"/>
                  </a:solidFill>
                  <a:latin typeface="Impact"/>
                  <a:ea typeface="Impact"/>
                  <a:cs typeface="Impact"/>
                  <a:sym typeface="Impact"/>
                </a:rPr>
                <a:t>The Team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91938" y="1441637"/>
            <a:ext cx="7370997" cy="7370997"/>
            <a:chOff x="0" y="0"/>
            <a:chExt cx="9827997" cy="98279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28022" cy="9828022"/>
            </a:xfrm>
            <a:custGeom>
              <a:avLst/>
              <a:gdLst/>
              <a:ahLst/>
              <a:cxnLst/>
              <a:rect r="r" b="b" t="t" l="l"/>
              <a:pathLst>
                <a:path h="9828022" w="9828022">
                  <a:moveTo>
                    <a:pt x="0" y="0"/>
                  </a:moveTo>
                  <a:lnTo>
                    <a:pt x="9828022" y="0"/>
                  </a:lnTo>
                  <a:lnTo>
                    <a:pt x="9828022" y="9828022"/>
                  </a:lnTo>
                  <a:lnTo>
                    <a:pt x="0" y="9828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30617" y="6051337"/>
            <a:ext cx="5891168" cy="2842489"/>
          </a:xfrm>
          <a:custGeom>
            <a:avLst/>
            <a:gdLst/>
            <a:ahLst/>
            <a:cxnLst/>
            <a:rect r="r" b="b" t="t" l="l"/>
            <a:pathLst>
              <a:path h="2842489" w="5891168">
                <a:moveTo>
                  <a:pt x="0" y="0"/>
                </a:moveTo>
                <a:lnTo>
                  <a:pt x="5891168" y="0"/>
                </a:lnTo>
                <a:lnTo>
                  <a:pt x="5891168" y="2842489"/>
                </a:lnTo>
                <a:lnTo>
                  <a:pt x="0" y="2842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21" y="5264439"/>
            <a:ext cx="8961149" cy="148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meet the bobbies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858304" y="525991"/>
            <a:ext cx="4844729" cy="9235019"/>
            <a:chOff x="0" y="0"/>
            <a:chExt cx="8624570" cy="164401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11480" y="269240"/>
              <a:ext cx="775335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3350">
                  <a:moveTo>
                    <a:pt x="7753350" y="791210"/>
                  </a:moveTo>
                  <a:lnTo>
                    <a:pt x="7753350" y="15116810"/>
                  </a:lnTo>
                  <a:cubicBezTo>
                    <a:pt x="7753350" y="15553690"/>
                    <a:pt x="7399020" y="15908021"/>
                    <a:pt x="696214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399020" y="0"/>
                    <a:pt x="7753350" y="353060"/>
                    <a:pt x="7753350" y="791210"/>
                  </a:cubicBezTo>
                  <a:close/>
                </a:path>
              </a:pathLst>
            </a:custGeom>
            <a:blipFill>
              <a:blip r:embed="rId4"/>
              <a:stretch>
                <a:fillRect l="0" t="-2307" r="0" b="-2307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876281" y="4487144"/>
            <a:ext cx="2267719" cy="2209995"/>
          </a:xfrm>
          <a:custGeom>
            <a:avLst/>
            <a:gdLst/>
            <a:ahLst/>
            <a:cxnLst/>
            <a:rect r="r" b="b" t="t" l="l"/>
            <a:pathLst>
              <a:path h="2209995" w="2267719">
                <a:moveTo>
                  <a:pt x="0" y="0"/>
                </a:moveTo>
                <a:lnTo>
                  <a:pt x="2267719" y="0"/>
                </a:lnTo>
                <a:lnTo>
                  <a:pt x="2267719" y="2209995"/>
                </a:lnTo>
                <a:lnTo>
                  <a:pt x="0" y="22099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110605"/>
            <a:ext cx="7492364" cy="255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86"/>
              </a:lnSpc>
              <a:spcBef>
                <a:spcPct val="0"/>
              </a:spcBef>
            </a:pPr>
            <a:r>
              <a:rPr lang="en-US" sz="1490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3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125" y="45175"/>
            <a:ext cx="18167750" cy="10196649"/>
          </a:xfrm>
          <a:custGeom>
            <a:avLst/>
            <a:gdLst/>
            <a:ahLst/>
            <a:cxnLst/>
            <a:rect r="r" b="b" t="t" l="l"/>
            <a:pathLst>
              <a:path h="10196649" w="18167750">
                <a:moveTo>
                  <a:pt x="0" y="0"/>
                </a:moveTo>
                <a:lnTo>
                  <a:pt x="18167750" y="0"/>
                </a:lnTo>
                <a:lnTo>
                  <a:pt x="18167750" y="10196650"/>
                </a:lnTo>
                <a:lnTo>
                  <a:pt x="0" y="101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125" y="45175"/>
            <a:ext cx="18167750" cy="10196649"/>
          </a:xfrm>
          <a:custGeom>
            <a:avLst/>
            <a:gdLst/>
            <a:ahLst/>
            <a:cxnLst/>
            <a:rect r="r" b="b" t="t" l="l"/>
            <a:pathLst>
              <a:path h="10196649" w="18167750">
                <a:moveTo>
                  <a:pt x="0" y="0"/>
                </a:moveTo>
                <a:lnTo>
                  <a:pt x="18167750" y="0"/>
                </a:lnTo>
                <a:lnTo>
                  <a:pt x="18167750" y="10196650"/>
                </a:lnTo>
                <a:lnTo>
                  <a:pt x="0" y="1019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3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3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429" y="6355483"/>
            <a:ext cx="1275598" cy="1275598"/>
            <a:chOff x="0" y="0"/>
            <a:chExt cx="1700797" cy="1700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1600" y="101600"/>
              <a:ext cx="1497457" cy="1497457"/>
            </a:xfrm>
            <a:custGeom>
              <a:avLst/>
              <a:gdLst/>
              <a:ahLst/>
              <a:cxnLst/>
              <a:rect r="r" b="b" t="t" l="l"/>
              <a:pathLst>
                <a:path h="1497457" w="1497457">
                  <a:moveTo>
                    <a:pt x="0" y="249555"/>
                  </a:moveTo>
                  <a:cubicBezTo>
                    <a:pt x="0" y="111760"/>
                    <a:pt x="111760" y="0"/>
                    <a:pt x="249555" y="0"/>
                  </a:cubicBezTo>
                  <a:lnTo>
                    <a:pt x="1247902" y="0"/>
                  </a:lnTo>
                  <a:cubicBezTo>
                    <a:pt x="1385697" y="0"/>
                    <a:pt x="1497457" y="111760"/>
                    <a:pt x="1497457" y="249555"/>
                  </a:cubicBezTo>
                  <a:lnTo>
                    <a:pt x="1497457" y="1247902"/>
                  </a:lnTo>
                  <a:cubicBezTo>
                    <a:pt x="1497457" y="1385697"/>
                    <a:pt x="1385697" y="1497457"/>
                    <a:pt x="1247902" y="1497457"/>
                  </a:cubicBezTo>
                  <a:lnTo>
                    <a:pt x="249555" y="1497457"/>
                  </a:lnTo>
                  <a:cubicBezTo>
                    <a:pt x="111760" y="1497584"/>
                    <a:pt x="0" y="1385824"/>
                    <a:pt x="0" y="1248029"/>
                  </a:cubicBezTo>
                  <a:close/>
                </a:path>
              </a:pathLst>
            </a:custGeom>
            <a:solidFill>
              <a:srgbClr val="01235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0657" cy="1700657"/>
            </a:xfrm>
            <a:custGeom>
              <a:avLst/>
              <a:gdLst/>
              <a:ahLst/>
              <a:cxnLst/>
              <a:rect r="r" b="b" t="t" l="l"/>
              <a:pathLst>
                <a:path h="1700657" w="1700657">
                  <a:moveTo>
                    <a:pt x="0" y="351155"/>
                  </a:moveTo>
                  <a:cubicBezTo>
                    <a:pt x="0" y="157226"/>
                    <a:pt x="157226" y="0"/>
                    <a:pt x="351155" y="0"/>
                  </a:cubicBezTo>
                  <a:lnTo>
                    <a:pt x="1349502" y="0"/>
                  </a:lnTo>
                  <a:lnTo>
                    <a:pt x="1349502" y="101600"/>
                  </a:lnTo>
                  <a:lnTo>
                    <a:pt x="1349502" y="0"/>
                  </a:lnTo>
                  <a:cubicBezTo>
                    <a:pt x="1543431" y="0"/>
                    <a:pt x="1700657" y="157226"/>
                    <a:pt x="1700657" y="351155"/>
                  </a:cubicBezTo>
                  <a:lnTo>
                    <a:pt x="1700657" y="1349502"/>
                  </a:lnTo>
                  <a:lnTo>
                    <a:pt x="1599057" y="1349502"/>
                  </a:lnTo>
                  <a:lnTo>
                    <a:pt x="1700657" y="1349502"/>
                  </a:lnTo>
                  <a:cubicBezTo>
                    <a:pt x="1700657" y="1543431"/>
                    <a:pt x="1543431" y="1700657"/>
                    <a:pt x="1349502" y="1700657"/>
                  </a:cubicBezTo>
                  <a:lnTo>
                    <a:pt x="1349502" y="1599057"/>
                  </a:lnTo>
                  <a:lnTo>
                    <a:pt x="1349502" y="1700657"/>
                  </a:lnTo>
                  <a:lnTo>
                    <a:pt x="351155" y="1700657"/>
                  </a:lnTo>
                  <a:lnTo>
                    <a:pt x="351155" y="1599057"/>
                  </a:lnTo>
                  <a:lnTo>
                    <a:pt x="351155" y="1700657"/>
                  </a:lnTo>
                  <a:cubicBezTo>
                    <a:pt x="157226" y="1700784"/>
                    <a:pt x="0" y="1543558"/>
                    <a:pt x="0" y="1349629"/>
                  </a:cubicBezTo>
                  <a:lnTo>
                    <a:pt x="0" y="351155"/>
                  </a:lnTo>
                  <a:lnTo>
                    <a:pt x="101600" y="351155"/>
                  </a:lnTo>
                  <a:lnTo>
                    <a:pt x="0" y="351155"/>
                  </a:lnTo>
                  <a:moveTo>
                    <a:pt x="203200" y="351155"/>
                  </a:moveTo>
                  <a:lnTo>
                    <a:pt x="203200" y="1349502"/>
                  </a:lnTo>
                  <a:lnTo>
                    <a:pt x="101600" y="1349502"/>
                  </a:lnTo>
                  <a:lnTo>
                    <a:pt x="203200" y="1349502"/>
                  </a:lnTo>
                  <a:cubicBezTo>
                    <a:pt x="203200" y="1431290"/>
                    <a:pt x="269494" y="1497457"/>
                    <a:pt x="351155" y="1497457"/>
                  </a:cubicBezTo>
                  <a:lnTo>
                    <a:pt x="1349502" y="1497457"/>
                  </a:lnTo>
                  <a:cubicBezTo>
                    <a:pt x="1431290" y="1497457"/>
                    <a:pt x="1497457" y="1431163"/>
                    <a:pt x="1497457" y="1349502"/>
                  </a:cubicBezTo>
                  <a:lnTo>
                    <a:pt x="1497457" y="351155"/>
                  </a:lnTo>
                  <a:lnTo>
                    <a:pt x="1599057" y="351155"/>
                  </a:lnTo>
                  <a:lnTo>
                    <a:pt x="1497457" y="351155"/>
                  </a:lnTo>
                  <a:cubicBezTo>
                    <a:pt x="1497457" y="269367"/>
                    <a:pt x="1431163" y="203200"/>
                    <a:pt x="1349502" y="203200"/>
                  </a:cubicBezTo>
                  <a:lnTo>
                    <a:pt x="351155" y="203200"/>
                  </a:lnTo>
                  <a:lnTo>
                    <a:pt x="351155" y="101600"/>
                  </a:lnTo>
                  <a:lnTo>
                    <a:pt x="351155" y="203200"/>
                  </a:lnTo>
                  <a:cubicBezTo>
                    <a:pt x="269494" y="203200"/>
                    <a:pt x="203200" y="269494"/>
                    <a:pt x="203200" y="3511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0871" y="-155238"/>
            <a:ext cx="17041197" cy="1683600"/>
            <a:chOff x="0" y="0"/>
            <a:chExt cx="22721595" cy="2244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21601" cy="2244799"/>
            </a:xfrm>
            <a:custGeom>
              <a:avLst/>
              <a:gdLst/>
              <a:ahLst/>
              <a:cxnLst/>
              <a:rect r="r" b="b" t="t" l="l"/>
              <a:pathLst>
                <a:path h="2244799" w="22721601">
                  <a:moveTo>
                    <a:pt x="0" y="0"/>
                  </a:moveTo>
                  <a:lnTo>
                    <a:pt x="22721601" y="0"/>
                  </a:lnTo>
                  <a:lnTo>
                    <a:pt x="22721601" y="2244799"/>
                  </a:lnTo>
                  <a:lnTo>
                    <a:pt x="0" y="22447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25" r="0" b="-1472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22721595" cy="238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FFFFFF"/>
                  </a:solidFill>
                  <a:latin typeface="Impact"/>
                  <a:ea typeface="Impact"/>
                  <a:cs typeface="Impact"/>
                  <a:sym typeface="Impact"/>
                </a:rPr>
                <a:t> Agentic Interaction in Detail: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9567" y="2776137"/>
            <a:ext cx="1123055" cy="1123055"/>
            <a:chOff x="0" y="0"/>
            <a:chExt cx="1497406" cy="14974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7457" cy="1497457"/>
            </a:xfrm>
            <a:custGeom>
              <a:avLst/>
              <a:gdLst/>
              <a:ahLst/>
              <a:cxnLst/>
              <a:rect r="r" b="b" t="t" l="l"/>
              <a:pathLst>
                <a:path h="1497457" w="1497457">
                  <a:moveTo>
                    <a:pt x="0" y="0"/>
                  </a:moveTo>
                  <a:lnTo>
                    <a:pt x="1497457" y="0"/>
                  </a:lnTo>
                  <a:lnTo>
                    <a:pt x="1497457" y="1497457"/>
                  </a:lnTo>
                  <a:lnTo>
                    <a:pt x="0" y="1497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4191352"/>
            <a:ext cx="1123055" cy="1123055"/>
            <a:chOff x="0" y="0"/>
            <a:chExt cx="1497406" cy="14974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7457" cy="1497457"/>
            </a:xfrm>
            <a:custGeom>
              <a:avLst/>
              <a:gdLst/>
              <a:ahLst/>
              <a:cxnLst/>
              <a:rect r="r" b="b" t="t" l="l"/>
              <a:pathLst>
                <a:path h="1497457" w="1497457">
                  <a:moveTo>
                    <a:pt x="0" y="0"/>
                  </a:moveTo>
                  <a:lnTo>
                    <a:pt x="1497457" y="0"/>
                  </a:lnTo>
                  <a:lnTo>
                    <a:pt x="1497457" y="1497457"/>
                  </a:lnTo>
                  <a:lnTo>
                    <a:pt x="0" y="1497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64220" y="2776137"/>
            <a:ext cx="1005650" cy="1005650"/>
            <a:chOff x="0" y="0"/>
            <a:chExt cx="1340866" cy="13408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0866" cy="1340866"/>
            </a:xfrm>
            <a:custGeom>
              <a:avLst/>
              <a:gdLst/>
              <a:ahLst/>
              <a:cxnLst/>
              <a:rect r="r" b="b" t="t" l="l"/>
              <a:pathLst>
                <a:path h="1340866" w="1340866">
                  <a:moveTo>
                    <a:pt x="0" y="0"/>
                  </a:moveTo>
                  <a:lnTo>
                    <a:pt x="1340866" y="0"/>
                  </a:lnTo>
                  <a:lnTo>
                    <a:pt x="1340866" y="1340866"/>
                  </a:lnTo>
                  <a:lnTo>
                    <a:pt x="0" y="1340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04919" y="4191352"/>
            <a:ext cx="1123055" cy="1123055"/>
            <a:chOff x="0" y="0"/>
            <a:chExt cx="1497406" cy="14974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7457" cy="1497457"/>
            </a:xfrm>
            <a:custGeom>
              <a:avLst/>
              <a:gdLst/>
              <a:ahLst/>
              <a:cxnLst/>
              <a:rect r="r" b="b" t="t" l="l"/>
              <a:pathLst>
                <a:path h="1497457" w="1497457">
                  <a:moveTo>
                    <a:pt x="0" y="0"/>
                  </a:moveTo>
                  <a:lnTo>
                    <a:pt x="1497457" y="0"/>
                  </a:lnTo>
                  <a:lnTo>
                    <a:pt x="1497457" y="1497457"/>
                  </a:lnTo>
                  <a:lnTo>
                    <a:pt x="0" y="1497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11032" y="5844687"/>
            <a:ext cx="734450" cy="681299"/>
            <a:chOff x="0" y="0"/>
            <a:chExt cx="1979790" cy="18365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9803" cy="1836516"/>
            </a:xfrm>
            <a:custGeom>
              <a:avLst/>
              <a:gdLst/>
              <a:ahLst/>
              <a:cxnLst/>
              <a:rect r="r" b="b" t="t" l="l"/>
              <a:pathLst>
                <a:path h="1836516" w="1979803">
                  <a:moveTo>
                    <a:pt x="0" y="0"/>
                  </a:moveTo>
                  <a:lnTo>
                    <a:pt x="1979803" y="0"/>
                  </a:lnTo>
                  <a:lnTo>
                    <a:pt x="1979803" y="1836516"/>
                  </a:lnTo>
                  <a:lnTo>
                    <a:pt x="0" y="1836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-3901" r="0" b="-390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759732" y="2516153"/>
            <a:ext cx="3350400" cy="3350400"/>
            <a:chOff x="0" y="0"/>
            <a:chExt cx="4467200" cy="446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67225" cy="4467225"/>
            </a:xfrm>
            <a:custGeom>
              <a:avLst/>
              <a:gdLst/>
              <a:ahLst/>
              <a:cxnLst/>
              <a:rect r="r" b="b" t="t" l="l"/>
              <a:pathLst>
                <a:path h="4467225" w="4467225">
                  <a:moveTo>
                    <a:pt x="0" y="0"/>
                  </a:moveTo>
                  <a:lnTo>
                    <a:pt x="4467225" y="0"/>
                  </a:lnTo>
                  <a:lnTo>
                    <a:pt x="4467225" y="4467225"/>
                  </a:lnTo>
                  <a:lnTo>
                    <a:pt x="0" y="4467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157109" y="4617472"/>
            <a:ext cx="842296" cy="842248"/>
            <a:chOff x="0" y="0"/>
            <a:chExt cx="1123061" cy="11229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3061" cy="1123061"/>
            </a:xfrm>
            <a:custGeom>
              <a:avLst/>
              <a:gdLst/>
              <a:ahLst/>
              <a:cxnLst/>
              <a:rect r="r" b="b" t="t" l="l"/>
              <a:pathLst>
                <a:path h="1123061" w="1123061">
                  <a:moveTo>
                    <a:pt x="0" y="0"/>
                  </a:moveTo>
                  <a:lnTo>
                    <a:pt x="1123061" y="0"/>
                  </a:lnTo>
                  <a:lnTo>
                    <a:pt x="1123061" y="1123061"/>
                  </a:lnTo>
                  <a:lnTo>
                    <a:pt x="0" y="1123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" r="0" b="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629" y="6572081"/>
            <a:ext cx="1123198" cy="842401"/>
            <a:chOff x="0" y="0"/>
            <a:chExt cx="1497597" cy="11232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7600" cy="1123200"/>
            </a:xfrm>
            <a:custGeom>
              <a:avLst/>
              <a:gdLst/>
              <a:ahLst/>
              <a:cxnLst/>
              <a:rect r="r" b="b" t="t" l="l"/>
              <a:pathLst>
                <a:path h="1123200" w="1497600">
                  <a:moveTo>
                    <a:pt x="0" y="0"/>
                  </a:moveTo>
                  <a:lnTo>
                    <a:pt x="1497600" y="0"/>
                  </a:lnTo>
                  <a:lnTo>
                    <a:pt x="1497600" y="1123200"/>
                  </a:lnTo>
                  <a:lnTo>
                    <a:pt x="0" y="112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61925"/>
              <a:ext cx="1497597" cy="12851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840"/>
                </a:lnSpc>
              </a:pPr>
              <a:r>
                <a:rPr lang="en-US" b="true" sz="8200">
                  <a:solidFill>
                    <a:srgbClr val="FFFFFF"/>
                  </a:solidFill>
                  <a:latin typeface="Impact"/>
                  <a:ea typeface="Impact"/>
                  <a:cs typeface="Impact"/>
                  <a:sym typeface="Impact"/>
                </a:rPr>
                <a:t>+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81692" y="5235884"/>
            <a:ext cx="281397" cy="941956"/>
          </a:xfrm>
          <a:custGeom>
            <a:avLst/>
            <a:gdLst/>
            <a:ahLst/>
            <a:cxnLst/>
            <a:rect r="r" b="b" t="t" l="l"/>
            <a:pathLst>
              <a:path h="941956" w="281397">
                <a:moveTo>
                  <a:pt x="0" y="0"/>
                </a:moveTo>
                <a:lnTo>
                  <a:pt x="281397" y="0"/>
                </a:lnTo>
                <a:lnTo>
                  <a:pt x="281397" y="941956"/>
                </a:lnTo>
                <a:lnTo>
                  <a:pt x="0" y="9419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2924810" y="5877366"/>
            <a:ext cx="842296" cy="842296"/>
            <a:chOff x="0" y="0"/>
            <a:chExt cx="1123061" cy="11230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3061" cy="1123061"/>
            </a:xfrm>
            <a:custGeom>
              <a:avLst/>
              <a:gdLst/>
              <a:ahLst/>
              <a:cxnLst/>
              <a:rect r="r" b="b" t="t" l="l"/>
              <a:pathLst>
                <a:path h="1123061" w="1123061">
                  <a:moveTo>
                    <a:pt x="0" y="0"/>
                  </a:moveTo>
                  <a:lnTo>
                    <a:pt x="1123061" y="0"/>
                  </a:lnTo>
                  <a:lnTo>
                    <a:pt x="1123061" y="1123061"/>
                  </a:lnTo>
                  <a:lnTo>
                    <a:pt x="0" y="1123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958446" y="5752183"/>
            <a:ext cx="1213404" cy="1213404"/>
            <a:chOff x="0" y="0"/>
            <a:chExt cx="1497597" cy="14975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97584" cy="1497584"/>
            </a:xfrm>
            <a:custGeom>
              <a:avLst/>
              <a:gdLst/>
              <a:ahLst/>
              <a:cxnLst/>
              <a:rect r="r" b="b" t="t" l="l"/>
              <a:pathLst>
                <a:path h="1497584" w="1497584">
                  <a:moveTo>
                    <a:pt x="0" y="0"/>
                  </a:moveTo>
                  <a:lnTo>
                    <a:pt x="1497584" y="0"/>
                  </a:lnTo>
                  <a:lnTo>
                    <a:pt x="1497584" y="1497584"/>
                  </a:lnTo>
                  <a:lnTo>
                    <a:pt x="0" y="149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17181" y="5100656"/>
            <a:ext cx="3139928" cy="2093296"/>
            <a:chOff x="0" y="0"/>
            <a:chExt cx="5195176" cy="34634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95189" cy="3463417"/>
            </a:xfrm>
            <a:custGeom>
              <a:avLst/>
              <a:gdLst/>
              <a:ahLst/>
              <a:cxnLst/>
              <a:rect r="r" b="b" t="t" l="l"/>
              <a:pathLst>
                <a:path h="3463417" w="5195189">
                  <a:moveTo>
                    <a:pt x="0" y="0"/>
                  </a:moveTo>
                  <a:lnTo>
                    <a:pt x="5195189" y="0"/>
                  </a:lnTo>
                  <a:lnTo>
                    <a:pt x="5195189" y="3463417"/>
                  </a:lnTo>
                  <a:lnTo>
                    <a:pt x="0" y="3463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-1"/>
              </a:stretch>
            </a:blip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3944893" y="3000411"/>
            <a:ext cx="3785007" cy="3571670"/>
          </a:xfrm>
          <a:custGeom>
            <a:avLst/>
            <a:gdLst/>
            <a:ahLst/>
            <a:cxnLst/>
            <a:rect r="r" b="b" t="t" l="l"/>
            <a:pathLst>
              <a:path h="3571670" w="3785007">
                <a:moveTo>
                  <a:pt x="0" y="0"/>
                </a:moveTo>
                <a:lnTo>
                  <a:pt x="3785007" y="0"/>
                </a:lnTo>
                <a:lnTo>
                  <a:pt x="3785007" y="3571670"/>
                </a:lnTo>
                <a:lnTo>
                  <a:pt x="0" y="35716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877524" y="5489895"/>
            <a:ext cx="1739208" cy="572358"/>
          </a:xfrm>
          <a:custGeom>
            <a:avLst/>
            <a:gdLst/>
            <a:ahLst/>
            <a:cxnLst/>
            <a:rect r="r" b="b" t="t" l="l"/>
            <a:pathLst>
              <a:path h="572358" w="1739208">
                <a:moveTo>
                  <a:pt x="0" y="0"/>
                </a:moveTo>
                <a:lnTo>
                  <a:pt x="1739208" y="0"/>
                </a:lnTo>
                <a:lnTo>
                  <a:pt x="1739208" y="572358"/>
                </a:lnTo>
                <a:lnTo>
                  <a:pt x="0" y="57235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961202" y="5420683"/>
            <a:ext cx="1739208" cy="572358"/>
          </a:xfrm>
          <a:custGeom>
            <a:avLst/>
            <a:gdLst/>
            <a:ahLst/>
            <a:cxnLst/>
            <a:rect r="r" b="b" t="t" l="l"/>
            <a:pathLst>
              <a:path h="572358" w="1739208">
                <a:moveTo>
                  <a:pt x="0" y="0"/>
                </a:moveTo>
                <a:lnTo>
                  <a:pt x="1739208" y="0"/>
                </a:lnTo>
                <a:lnTo>
                  <a:pt x="1739208" y="572358"/>
                </a:lnTo>
                <a:lnTo>
                  <a:pt x="0" y="57235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799296" y="3918242"/>
            <a:ext cx="593175" cy="888954"/>
          </a:xfrm>
          <a:custGeom>
            <a:avLst/>
            <a:gdLst/>
            <a:ahLst/>
            <a:cxnLst/>
            <a:rect r="r" b="b" t="t" l="l"/>
            <a:pathLst>
              <a:path h="888954" w="593175">
                <a:moveTo>
                  <a:pt x="0" y="0"/>
                </a:moveTo>
                <a:lnTo>
                  <a:pt x="593175" y="0"/>
                </a:lnTo>
                <a:lnTo>
                  <a:pt x="593175" y="888954"/>
                </a:lnTo>
                <a:lnTo>
                  <a:pt x="0" y="8889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700476" y="1480737"/>
            <a:ext cx="148820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0"/>
              </a:lnSpc>
              <a:spcBef>
                <a:spcPct val="0"/>
              </a:spcBef>
            </a:pPr>
            <a:r>
              <a:rPr lang="en-US" sz="62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Input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99919" y="1296953"/>
            <a:ext cx="247002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0"/>
              </a:lnSpc>
              <a:spcBef>
                <a:spcPct val="0"/>
              </a:spcBef>
            </a:pPr>
            <a:r>
              <a:rPr lang="en-US" sz="62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Backend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714190" y="1449353"/>
            <a:ext cx="22464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0"/>
              </a:lnSpc>
              <a:spcBef>
                <a:spcPct val="0"/>
              </a:spcBef>
            </a:pPr>
            <a:r>
              <a:rPr lang="en-US" sz="62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Chatbot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9202" y="7907305"/>
            <a:ext cx="291003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4" indent="-286067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Email updates </a:t>
            </a:r>
          </a:p>
          <a:p>
            <a:pPr algn="l" marL="572134" indent="-286067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Docs updates</a:t>
            </a:r>
          </a:p>
          <a:p>
            <a:pPr algn="l" marL="572134" indent="-286067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Communication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39238" y="4567237"/>
            <a:ext cx="9525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  <a:spcBef>
                <a:spcPct val="0"/>
              </a:spcBef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4691921" y="7907305"/>
            <a:ext cx="303797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4" indent="-286067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Ask </a:t>
            </a:r>
          </a:p>
          <a:p>
            <a:pPr algn="l" marL="572134" indent="-286067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26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evelop</a:t>
            </a:r>
          </a:p>
          <a:p>
            <a:pPr algn="l" marL="572134" indent="-286067" lvl="1">
              <a:lnSpc>
                <a:spcPts val="3179"/>
              </a:lnSpc>
              <a:spcBef>
                <a:spcPct val="0"/>
              </a:spcBef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Notify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39238" y="4452937"/>
            <a:ext cx="9525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7327796" y="7907305"/>
            <a:ext cx="447470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888" indent="-285944" lvl="1">
              <a:lnSpc>
                <a:spcPts val="3178"/>
              </a:lnSpc>
              <a:buFont typeface="Arial"/>
              <a:buChar char="•"/>
            </a:pPr>
            <a:r>
              <a:rPr lang="en-US" sz="264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Inputs &amp; guidelines</a:t>
            </a:r>
          </a:p>
          <a:p>
            <a:pPr algn="l" marL="571888" indent="-285944" lvl="1">
              <a:lnSpc>
                <a:spcPts val="3178"/>
              </a:lnSpc>
              <a:buFont typeface="Arial"/>
              <a:buChar char="•"/>
            </a:pPr>
            <a:r>
              <a:rPr lang="en-US" sz="264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  <a:r>
              <a:rPr lang="en-US" sz="264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ormulas &amp; simulations</a:t>
            </a:r>
          </a:p>
          <a:p>
            <a:pPr algn="l" marL="571888" indent="-285944" lvl="1">
              <a:lnSpc>
                <a:spcPts val="3178"/>
              </a:lnSpc>
              <a:spcBef>
                <a:spcPct val="0"/>
              </a:spcBef>
              <a:buFont typeface="Arial"/>
              <a:buChar char="•"/>
            </a:pPr>
            <a:r>
              <a:rPr lang="en-US" sz="264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64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utcomes &amp;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3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98799" y="3162181"/>
            <a:ext cx="8090402" cy="2964600"/>
            <a:chOff x="0" y="0"/>
            <a:chExt cx="10787202" cy="395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87200" cy="3952801"/>
            </a:xfrm>
            <a:custGeom>
              <a:avLst/>
              <a:gdLst/>
              <a:ahLst/>
              <a:cxnLst/>
              <a:rect r="r" b="b" t="t" l="l"/>
              <a:pathLst>
                <a:path h="3952801" w="10787200">
                  <a:moveTo>
                    <a:pt x="0" y="0"/>
                  </a:moveTo>
                  <a:lnTo>
                    <a:pt x="10787200" y="0"/>
                  </a:lnTo>
                  <a:lnTo>
                    <a:pt x="10787200" y="3952801"/>
                  </a:lnTo>
                  <a:lnTo>
                    <a:pt x="0" y="39528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4" r="0" b="-317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0787202" cy="41147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>
                  <a:solidFill>
                    <a:srgbClr val="FFFFFF"/>
                  </a:solidFill>
                  <a:latin typeface="Impact"/>
                  <a:ea typeface="Impact"/>
                  <a:cs typeface="Impact"/>
                  <a:sym typeface="Impact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DAHIaX2J6CQ</dc:identifier>
  <dcterms:modified xsi:type="dcterms:W3CDTF">2011-08-01T06:04:30Z</dcterms:modified>
  <cp:revision>1</cp:revision>
  <dc:title>Bob the Builder.pptx</dc:title>
</cp:coreProperties>
</file>